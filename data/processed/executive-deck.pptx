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TRENDS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7, 2026  —  Weekly Intelligence Briefing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874520" cy="123444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337560"/>
            <a:ext cx="1874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Tracked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88920" y="3337560"/>
            <a:ext cx="1874520" cy="123444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88920" y="3337560"/>
            <a:ext cx="1874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3474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88920" y="4069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Language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337560"/>
            <a:ext cx="1874520" cy="123444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337560"/>
            <a:ext cx="1874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474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4069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3337560"/>
            <a:ext cx="1874520" cy="123444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3337560"/>
            <a:ext cx="1874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474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4069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Stars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TRENDING REPOSITORIES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71323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502920" cy="7132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googleworkspace/cli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316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CLI — one command-line tool for Drive, Gmail, Cale...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097280"/>
            <a:ext cx="91440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15.1K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10972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19072"/>
            <a:ext cx="8046720" cy="713232"/>
          </a:xfrm>
          <a:prstGeom prst="rect">
            <a:avLst/>
          </a:prstGeom>
          <a:solidFill>
            <a:srgbClr val="1A274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719072"/>
            <a:ext cx="502920" cy="71323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71907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1792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paperclipai/paperclip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orchestration for zero-human companies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1901952"/>
            <a:ext cx="91440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9019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7.5K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9019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190195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523744"/>
            <a:ext cx="8046720" cy="71323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523744"/>
            <a:ext cx="502920" cy="71323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52374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88720" y="25968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phuryn/pm-skills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Skills Marketplace: 100+ agentic skills, commands, and plugins —...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706624"/>
            <a:ext cx="91440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27066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4.4K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27066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270662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328416"/>
            <a:ext cx="8046720" cy="713232"/>
          </a:xfrm>
          <a:prstGeom prst="rect">
            <a:avLst/>
          </a:prstGeom>
          <a:solidFill>
            <a:srgbClr val="1A2740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328416"/>
            <a:ext cx="502920" cy="71323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3284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88720" y="3401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smartcmd/MinecraftConsoles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720" y="3730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certain block game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511296"/>
            <a:ext cx="91440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35112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35112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351129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133088"/>
            <a:ext cx="8046720" cy="71323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133088"/>
            <a:ext cx="502920" cy="71323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13308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18872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elder-plinius/OBLITERATUS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188720" y="45354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obliterate the chains that bind you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0" y="4315968"/>
            <a:ext cx="91440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0" y="43159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766560" y="43159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0" y="43159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6656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0" y="621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BREAKDOWN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0" y="182880"/>
            <a:ext cx="3474720" cy="59436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40680" y="182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 stars/repo at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106424"/>
            <a:ext cx="329184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257800" y="1051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repos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45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1600200"/>
            <a:ext cx="226314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229100" y="1545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repos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039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2093976"/>
            <a:ext cx="113157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3097530" y="20391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repos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532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74520" y="2587752"/>
            <a:ext cx="82296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2532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repos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0266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74520" y="3081528"/>
            <a:ext cx="4114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026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repos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74520" y="3575304"/>
            <a:ext cx="30861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2274570" y="3520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142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74520" y="4069080"/>
            <a:ext cx="20574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2171700" y="4014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5079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74520" y="4562856"/>
            <a:ext cx="205740" cy="27432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9" name="Text 27"/>
          <p:cNvSpPr/>
          <p:nvPr/>
        </p:nvSpPr>
        <p:spPr>
          <a:xfrm>
            <a:off x="2171700" y="4507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PER REPO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1719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1,595 avg stars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2313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1,297 avg stars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2907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 avg stars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3502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 avg stars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4096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avg stars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1051560"/>
            <a:ext cx="0" cy="3474720"/>
          </a:xfrm>
          <a:prstGeom prst="line">
            <a:avLst/>
          </a:prstGeom>
          <a:noFill/>
          <a:ln w="1270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RISING STARS TO WATCH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emerging projects with significant momentum this week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329184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Zero-Human Orchestration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paperclipai/paperclip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 for fully autonomous company workflows. 11.4% engagement ratio signals massive community interest in agentic business automation.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2560320" cy="54864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7.5K stars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TypeScript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1188720"/>
            <a:ext cx="2560320" cy="329184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118872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 Skills Marketplace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661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phuryn/pm-skills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6616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agentic skills and plugins for product managers covering discovery through launch. Reflects the booming AI-powered PM tooling movement.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383280" y="3931920"/>
            <a:ext cx="2560320" cy="54864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20" name="Text 16"/>
          <p:cNvSpPr/>
          <p:nvPr/>
        </p:nvSpPr>
        <p:spPr>
          <a:xfrm>
            <a:off x="35661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4.4K stars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Mixed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17920" y="1188720"/>
            <a:ext cx="2560320" cy="329184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118872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Security Guide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4008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slowmist/openclaw-security-practice-guide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Agent-facing security hardening for OpenClaw. A pioneering approach: security docs written for AI systems rather than humans.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17920" y="3931920"/>
            <a:ext cx="2560320" cy="54864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1.3K stars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Shell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stakeholders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 on Rust for High-Impact Tooling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repos average 1,595 stars each — 3.6x the Python average. Infrastructure teams should prioritize Rust for CLI tools, developer platforms, and performance-critical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2606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Down on AI/ML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trending repos are AI/ML. The category dominates developer interest. Accelerate AI feature development and invest in internal ML capabilities before competitors capture the market.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490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3886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Hire Aggressively During the Downturn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HackerNews's top story (969 points) highlights tech employment at recession lows. This is a rare window to attract senior talent at competitive rates — act before the market rebounds.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Trends This Week</dc:title>
  <dc:subject>PptxGenJS Presentation</dc:subject>
  <dc:creator>Tech Intelligence</dc:creator>
  <cp:lastModifiedBy>Tech Intelligence</cp:lastModifiedBy>
  <cp:revision>1</cp:revision>
  <dcterms:created xsi:type="dcterms:W3CDTF">2026-03-08T09:04:51Z</dcterms:created>
  <dcterms:modified xsi:type="dcterms:W3CDTF">2026-03-08T09:04:51Z</dcterms:modified>
</cp:coreProperties>
</file>